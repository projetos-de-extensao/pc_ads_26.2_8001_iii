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de cerca de 5 minutos. O Apollo é uma plataforma que recebe as respostas de um aluno a uma prova do ENEM, corrige automaticamente e estima a nota por área de conhecimento usando TRI. Esta apresentação presta contas dos quatro artefatos das fases de Iniciação e Elaboração: Documento de Visão, Casos de Uso Arquiteturais, Modelo de Análise de Segurança e Diagrama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simulado tradicional entrega a lista de acerto e erro e a nota final, mas não diz qual competência o aluno deve estudar a seguir. O Apollo também exibe a lista de questões erradas com o gabarito correto, como o escopo do Documento de Visão prevê, mas não para aí: classifica cada erro por competência e estima a nota por área via TRI, a metodologia do INEP, o que orienta o estudo. É uma estimativa, não a nota oficial: quando os parâmetros do item não estão disponíveis, o motor usa calibração piecewise.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fluxo: o aluno escolhe a área e envia as 45 respostas. API Gateway e Lambda recebem, validam e processam a submissão. O EngineTRI corrige as respostas, estima a nota TRI da área e classifica os erros por competência. O resultado é gravado e o dashboard mostra nota estimada, acertos, erros e brancos, a lista de questões erradas com o gabarito correto e as áreas a melhorar. Serviços AWS: EC2 com a API Django, RDS PostgreSQL para dados relacionais e resultados, S3 para o frontend, Secrets Manager e CloudWatch. O escopo é deliberadamente enxuto, priorizando o Free Tier, para caber no contexto acadêmico. É decisão de projeto, não limitação escondida. O motor de correção já está pronto, com as provas de 2025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Documento de Visão segue as oito seções do roteiro da disciplina, incluindo posicionamento, partes interessadas, arquitetura, restrições e atributos de qualidade. Três números ancoram o documento: resultado em até 5 segundos após o envio, orçamento máximo de 1.500 dólares por mês, com custo real esperado entre 80 e 150, e prazo de 20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sete casos de uso formam uma sequência lógica de construção da infraestrutura: rede, segurança, serviços gerenciados, conectividade, monitoramento, deploy e, por fim, governança. O sétimo é Políticas de Segurança e Governança.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de Análise de Segurança tem seis pacotes: Identity and Access, Network Security, Data Protection, Secrets Management, Audit and Compliance e Monitoring and Detection. Secrets Management e Audit and Compliance foram desmembrados de um pacote único. Monitoring and Detection deixou de ser evolução futura e virou pacote ativo, com CloudWatch. Isso mostra evolução de maturidade do modelo, não um reforço de última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Esquema conceitual das oito classes do domínio: Aluno, EdicaoEnem, AreaConhecimento, Questao, ParametroItem, Submissao, RespostaInformada e Resultado. O diagrama UML técnico completo está no documento escrito. Conectando ao fluxo da arquitetura: é esse modelo que o EngineTRI opera. Ele lê as respostas informadas e os parâmetros do item e grava o resultado. O EngineTRI também classifica os erros por competência, como mostra o diagrama de especificação no documento escrito.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Status: os quatro artefatos das fases de Iniciação e Elaboração (Documento de Visão, Casos de Uso Arquiteturais, Modelo de Análise de Segurança e Diagrama de Classes) estão elaborados e estruturalmente alinhados ao roteiro da disciplina. O escopo e o custo foram simplificados de propósito para o contexto acadêmico. Abrir para perguntas. Além dos artefatos, já temos um motor de correção funcionando com as provas de 2025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ImgDiagrama" Type="http://schemas.openxmlformats.org/officeDocument/2006/relationships/image" Target="../media/image_diagrama_classes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40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DE CLOUD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 Apollo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Desempenho no ENEM via TRI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5623560"/>
            <a:ext cx="10728655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Maurity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Casanovas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9496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Miller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2668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Jesus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31375" y="5852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24/09/2026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· SIMULADO TRADICIONAL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724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dirty="0">
                <a:solidFill>
                  <a:srgbClr val="5B60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 de acerto e erro e nota final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43584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vê o que errou e a nota, mas não sabe qual competência estudar em seguida.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35928" y="173736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35928" y="2194560"/>
            <a:ext cx="4724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erros, classificados por competência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735928" y="4572000"/>
            <a:ext cx="4358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questões erradas com gabarito, como no simulado. Além dela, a nota por área estimada via TRI indica onde estudar.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UMA SUBMISSÃO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 do produto e arquitetura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10728655" cy="0"/>
          </a:xfrm>
          <a:prstGeom prst="line">
            <a:avLst/>
          </a:prstGeom>
          <a:noFill/>
          <a:ln w="12700">
            <a:solidFill>
              <a:srgbClr val="D6D3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ENTRADA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Aluno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 as respostas de uma prova do ENEM.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93694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3694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PROCESSAMENTO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93694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 + Lambda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93694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Recebem, validam e processam a submissão.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55868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5868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CÁLCULO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55868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EngineTRI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55868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Corrige, estima a nota TRI da área e classifica os erros por competência.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18041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18041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SAÍDA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018041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018041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estimada, acertos, erros, brancos, erradas com gabarito e áreas a melhorar.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8C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AWS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1520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Django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877251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77251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2877251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relacionais e resultados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2982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2982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022982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168713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68713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168713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Segredos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314444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4444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314444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31520" y="5943600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  </a:t>
            </a:r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enxuto, priorizando o Free Tier. Decisão de projeto, não limitação.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31520" y="6263640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correção já pronto, com as provas de 2025 preparadas.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1 DE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</a:t>
            </a:r>
            <a:endParaRPr lang="en-US" sz="5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Visão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em 8 seções, conforme o roteiro da disciplina.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8C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4480560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544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855464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9194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 interessadas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230368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294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605272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669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5980176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60441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de qualidade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949440" y="1188720"/>
            <a:ext cx="451073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137160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8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
                <a:t>&lt; 1,5 s</a:t>
                lt; 1,5 s
              </a:t>
            </a:r>
            <a:endParaRPr lang="en-US" sz="5800" dirty="0"/>
          </a:p>
        </p:txBody>
      </p:sp>
      <p:sp>
        <p:nvSpPr>
          <p:cNvPr id="21" name="Text 19"/>
          <p:cNvSpPr/>
          <p:nvPr/>
        </p:nvSpPr>
        <p:spPr>
          <a:xfrm>
            <a:off x="6949440" y="2350008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ATÉ O RESULTADO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49440" y="2880360"/>
            <a:ext cx="451073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0" y="306324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8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US$ 100</a:t>
            </a:r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5B60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/mês</a:t>
            </a:r>
            <a:endParaRPr lang="en-US" sz="5800" dirty="0"/>
          </a:p>
        </p:txBody>
      </p:sp>
      <p:sp>
        <p:nvSpPr>
          <p:cNvPr id="24" name="Text 22"/>
          <p:cNvSpPr/>
          <p:nvPr/>
        </p:nvSpPr>
        <p:spPr>
          <a:xfrm>
            <a:off x="6949440" y="4041648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MÁXIMO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49440" y="4572000"/>
            <a:ext cx="451073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0" y="475488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8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5B60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semanas</a:t>
            </a:r>
            <a:endParaRPr lang="en-US" sz="5800" dirty="0"/>
          </a:p>
        </p:txBody>
      </p:sp>
      <p:sp>
        <p:nvSpPr>
          <p:cNvPr id="27" name="Text 25"/>
          <p:cNvSpPr/>
          <p:nvPr/>
        </p:nvSpPr>
        <p:spPr>
          <a:xfrm>
            <a:off x="6949440" y="5733288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DO PROJETO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2 DE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4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Arquiteturais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dirty="0">
                <a:solidFill>
                  <a:srgbClr val="A94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6"/>
          <p:cNvSpPr/>
          <p:nvPr/>
        </p:nvSpPr>
        <p:spPr>
          <a:xfrm>
            <a:off x="7315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uso, em ordem de construção da infraestrutura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0" y="1188720"/>
            <a:ext cx="579089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4081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269480" y="1371600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69280" y="1847088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206654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269480" y="2029968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669280" y="2505456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724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269480" y="2688336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Serviços Gerenciados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669280" y="3163824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0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269480" y="3346704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Conectividade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669280" y="3822192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40416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UC-ARQ-005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269480" y="3913632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269480" y="4215384"/>
            <a:ext cx="4190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 alarmes via CloudWatch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0" y="4480560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470001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UC-ARQ-006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269480" y="4572000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269480" y="4873752"/>
            <a:ext cx="4190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com testes automatizados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0" y="5138928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535838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UC-ARQ-007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269480" y="5321808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 de Segurança e Governança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5669280" y="5797296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3 DE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4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Análise de Segurança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dirty="0">
                <a:solidFill>
                  <a:srgbClr val="A94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6"/>
          <p:cNvSpPr/>
          <p:nvPr/>
        </p:nvSpPr>
        <p:spPr>
          <a:xfrm>
            <a:off x="731520" y="5257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pacotes de segurança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0" y="1188720"/>
            <a:ext cx="2712568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0" y="1691640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747608" y="1188720"/>
            <a:ext cx="2712568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47608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47608" y="1691640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Security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669280" y="2761488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96265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0" y="32644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Protection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747608" y="2761488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47608" y="296265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747608" y="32644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 Management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747608" y="3721608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Desmembrado de um pacote único.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0" y="4334256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0" y="45354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0" y="4837176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&amp; Compliance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669280" y="5294376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Desmembrado de um pacote único.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747608" y="4334256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47608" y="45354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747608" y="4837176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&amp; Detection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747608" y="5294376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evolução futura, agora pacote ativo com CloudWatch.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601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4 DE 4 · MODELO DE DOMÍNIO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Classes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73152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600" dirty="0">
                <a:solidFill>
                  <a:srgbClr val="A94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9600" dirty="0"/>
          </a:p>
        </p:txBody>
      </p:sp>
      <p:sp>
        <p:nvSpPr>
          <p:cNvPr id="62" name="Text 60"/>
          <p:cNvSpPr/>
          <p:nvPr/>
        </p:nvSpPr>
        <p:spPr>
          <a:xfrm>
            <a:off x="731520" y="5349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conceituais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domínio</a:t>
            </a:r>
            <a:endParaRPr lang="en-US" sz="1400" dirty="0"/>
          </a:p>
        </p:txBody>
      </p:sp>
      <p:pic>
        <p:nvPicPr>
          <p:cNvPr id="200" name="Diagrama de Classes Imagem"/>
          <p:cNvPicPr>
            <a:picLocks noChangeAspect="1"/>
          </p:cNvPicPr>
          <p:nvPr/>
        </p:nvPicPr>
        <p:blipFill>
          <a:blip r:embed="rIdImgDiagrama"/>
          <a:stretch>
            <a:fillRect/>
          </a:stretch>
        </p:blipFill>
        <p:spPr>
          <a:xfrm>
            <a:off x="2300000" y="1942523"/>
            <a:ext cx="9592000" cy="44729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INICIAÇÃO E ELABORAÇÃO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pronto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2606040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523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7523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Visão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31520" y="3227832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374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3741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Arquiteturais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3849624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959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39959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Análise de Segurança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31520" y="4471416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17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4617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Classes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1520" y="5093208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1097280"/>
            <a:ext cx="2194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0" dirty="0"/>
          </a:p>
        </p:txBody>
      </p:sp>
      <p:sp>
        <p:nvSpPr>
          <p:cNvPr id="21" name="Text 19"/>
          <p:cNvSpPr/>
          <p:nvPr/>
        </p:nvSpPr>
        <p:spPr>
          <a:xfrm>
            <a:off x="932688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A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A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elaborados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223760" y="41605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PRONTO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223760" y="446227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de correção com as provas de 2025 preparadas.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31520" y="5440680"/>
            <a:ext cx="10728655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692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Alinhados à estrutura do roteiro da disciplina, com escopo e custo conscientemente simplificados para o contexto acadêmico.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53935" y="5577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4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Apollo — Análise de Desempenho no ENEM via TRI</dc:title>
  <dc:subject>PptxGenJS Presentation</dc:subject>
  <dc:creator>Arthur Maurity, Bernardo Casanovas, Bernardo Miller, Lucas Jesus</dc:creator>
  <cp:lastModifiedBy>Arthur Maurity, Bernardo Casanovas, Bernardo Miller, Lucas Jesus</cp:lastModifiedBy>
  <cp:revision>1</cp:revision>
  <dcterms:created xsi:type="dcterms:W3CDTF">2026-09-24T14:27:50Z</dcterms:created>
  <dcterms:modified xsi:type="dcterms:W3CDTF">2026-09-24T14:27:50Z</dcterms:modified>
</cp:coreProperties>
</file>